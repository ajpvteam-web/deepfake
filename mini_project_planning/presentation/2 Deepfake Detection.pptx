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jpeg" ContentType="image/jpe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6.jpeg" ContentType="image/jpeg"/>
  <Override PartName="/ppt/media/image7.jpeg" ContentType="image/jpe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083760" y="165240"/>
            <a:ext cx="5593680" cy="186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228600" y="425880"/>
            <a:ext cx="2583720" cy="438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" name="Google Shape;12;p2"/>
          <p:cNvCxnSpPr/>
          <p:nvPr/>
        </p:nvCxnSpPr>
        <p:spPr>
          <a:xfrm flipH="1">
            <a:off x="228600" y="49636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5" name="Google Shape;13;p2"/>
          <p:cNvSpPr/>
          <p:nvPr/>
        </p:nvSpPr>
        <p:spPr>
          <a:xfrm>
            <a:off x="2530800" y="165240"/>
            <a:ext cx="47484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4578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3040200" y="3965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title"/>
          </p:nvPr>
        </p:nvSpPr>
        <p:spPr>
          <a:xfrm>
            <a:off x="3040200" y="23864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3040200" y="161028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3040200" y="31759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title"/>
          </p:nvPr>
        </p:nvSpPr>
        <p:spPr>
          <a:xfrm>
            <a:off x="5210280" y="239724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 type="title"/>
          </p:nvPr>
        </p:nvSpPr>
        <p:spPr>
          <a:xfrm>
            <a:off x="5210280" y="3186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8"/>
          <p:cNvSpPr>
            <a:spLocks noGrp="1"/>
          </p:cNvSpPr>
          <p:nvPr>
            <p:ph type="title"/>
          </p:nvPr>
        </p:nvSpPr>
        <p:spPr>
          <a:xfrm>
            <a:off x="5210280" y="39762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5210280" y="1621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Google Shape;68;p13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5400" cy="1490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3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72;p1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9920" cy="199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1139040" y="2220840"/>
            <a:ext cx="4294440" cy="272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" name="Google Shape;77;p15"/>
          <p:cNvCxnSpPr/>
          <p:nvPr/>
        </p:nvCxnSpPr>
        <p:spPr>
          <a:xfrm flipH="1">
            <a:off x="228600" y="473364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30472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57200" y="107244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57200" y="3537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62107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745680" y="293760"/>
            <a:ext cx="2169360" cy="216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body"/>
          </p:nvPr>
        </p:nvSpPr>
        <p:spPr>
          <a:xfrm>
            <a:off x="6745680" y="2745360"/>
            <a:ext cx="2169360" cy="216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title"/>
          </p:nvPr>
        </p:nvSpPr>
        <p:spPr>
          <a:xfrm>
            <a:off x="4829400" y="3172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title"/>
          </p:nvPr>
        </p:nvSpPr>
        <p:spPr>
          <a:xfrm>
            <a:off x="457200" y="31723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457920" y="220644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title"/>
          </p:nvPr>
        </p:nvSpPr>
        <p:spPr>
          <a:xfrm>
            <a:off x="4829400" y="220608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title"/>
          </p:nvPr>
        </p:nvSpPr>
        <p:spPr>
          <a:xfrm>
            <a:off x="457200" y="123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title"/>
          </p:nvPr>
        </p:nvSpPr>
        <p:spPr>
          <a:xfrm>
            <a:off x="4829400" y="123372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body"/>
          </p:nvPr>
        </p:nvSpPr>
        <p:spPr>
          <a:xfrm>
            <a:off x="0" y="4006800"/>
            <a:ext cx="9143640" cy="113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6480" y="767160"/>
            <a:ext cx="3493440" cy="7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/>
          </p:nvPr>
        </p:nvSpPr>
        <p:spPr>
          <a:xfrm>
            <a:off x="5421600" y="3148920"/>
            <a:ext cx="3493440" cy="75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5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4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080240" y="678240"/>
            <a:ext cx="278892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7054200" y="678240"/>
            <a:ext cx="154296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546480" y="3098880"/>
            <a:ext cx="154296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body"/>
          </p:nvPr>
        </p:nvSpPr>
        <p:spPr>
          <a:xfrm>
            <a:off x="2280960" y="3098880"/>
            <a:ext cx="2788920" cy="1325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17960" y="131040"/>
            <a:ext cx="5089680" cy="105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Google Shape;117;p20"/>
          <p:cNvSpPr/>
          <p:nvPr/>
        </p:nvSpPr>
        <p:spPr>
          <a:xfrm>
            <a:off x="6038640" y="3758760"/>
            <a:ext cx="2876400" cy="55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47" name="Google Shape;118;p20"/>
          <p:cNvCxnSpPr/>
          <p:nvPr/>
        </p:nvCxnSpPr>
        <p:spPr>
          <a:xfrm flipH="1">
            <a:off x="8297640" y="75528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2993760" y="3297960"/>
            <a:ext cx="3466800" cy="172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228600" y="36720"/>
            <a:ext cx="2228040" cy="126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628320" y="261720"/>
            <a:ext cx="2286720" cy="461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Google Shape;19;p3"/>
          <p:cNvSpPr/>
          <p:nvPr/>
        </p:nvSpPr>
        <p:spPr>
          <a:xfrm>
            <a:off x="8594640" y="75600"/>
            <a:ext cx="35928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01.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120;p21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Google Shape;122;p22"/>
          <p:cNvCxnSpPr/>
          <p:nvPr/>
        </p:nvCxnSpPr>
        <p:spPr>
          <a:xfrm flipH="1">
            <a:off x="456840" y="4762440"/>
            <a:ext cx="37836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944280"/>
            <a:ext cx="7703640" cy="41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" name="Google Shape;23;p4"/>
          <p:cNvCxnSpPr/>
          <p:nvPr/>
        </p:nvCxnSpPr>
        <p:spPr>
          <a:xfrm flipH="1">
            <a:off x="8297640" y="423360"/>
            <a:ext cx="378000" cy="360"/>
          </a:xfrm>
          <a:prstGeom prst="straightConnector1">
            <a:avLst/>
          </a:prstGeom>
          <a:ln w="38100">
            <a:solidFill>
              <a:srgbClr val="191919"/>
            </a:solidFill>
            <a:round/>
          </a:ln>
        </p:spPr>
      </p:cxn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4165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74640" y="302040"/>
            <a:ext cx="2840400" cy="4612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5913000" y="228600"/>
            <a:ext cx="3002040" cy="854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28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31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086280" y="162000"/>
            <a:ext cx="5590800" cy="186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4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Deepfake Detection</a:t>
            </a:r>
            <a:endParaRPr b="0" lang="fr-FR" sz="5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5543640" y="2238480"/>
            <a:ext cx="3057120" cy="1275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CNN+LSTM approach for robust multimedia integrity verification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74" name="Google Shape;140;p27" descr=""/>
          <p:cNvPicPr/>
          <p:nvPr/>
        </p:nvPicPr>
        <p:blipFill>
          <a:blip r:embed="rId1"/>
          <a:srcRect l="0" t="2436" r="0" b="2436"/>
          <a:stretch/>
        </p:blipFill>
        <p:spPr>
          <a:xfrm>
            <a:off x="228600" y="425880"/>
            <a:ext cx="2583720" cy="4385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183;p30" descr=""/>
          <p:cNvPicPr/>
          <p:nvPr/>
        </p:nvPicPr>
        <p:blipFill>
          <a:blip r:embed="rId1"/>
          <a:srcRect l="0" t="12490" r="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19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Introduction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143000" y="2219400"/>
            <a:ext cx="4295520" cy="27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Deepfake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techniques synthesize realistic audio/video, posing risks to privacy, security, and trust.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This project develops a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CNN+LSTM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detection pipeline combining spatial and temporal analysis for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real-time detection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forensic reliability.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Radio Canada Big"/>
              </a:rPr>
              <a:t>Deepfake 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0" name="image69c110a3e7a1b" descr="image69c110a3e7a1f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Radio Canada Big"/>
              </a:rPr>
              <a:t>Definition &amp; Types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Deepfakes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are AI-generated media that alter or synthesize human likenesses.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Common types: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face swaps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voice clones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puppet-master edits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Detection focuses on artifacts in spatial frames and temporal inconsistencies across sequences.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3960" cy="14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Risks &amp; Impact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3352680" y="1838160"/>
            <a:ext cx="556236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Deepfakes undermine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public trust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enable misinformation, and threaten personal security.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High-stakes impacts include legal challenges, election manipulation, and corporate reputational harm.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Robust detection supports accountability, mitigation, and forensic investigation.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Radio Canada Big"/>
              </a:rPr>
              <a:t>Research Trends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Recent research emphasizes multi-modal detection combining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spatial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temporal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cues for higher robustness.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Datasets and benchmarks are expanding; focus on generalization to unseen forgeries and adversarial resilience.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87" name="image69c110a405082" descr="image69c110a405085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1"/>
                </a:solidFill>
                <a:effectLst/>
                <a:uFillTx/>
                <a:latin typeface="Radio Canada Big"/>
              </a:rPr>
              <a:t>Detection System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0" name="image69c110a414dbe" descr="image69c110a414dc2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183;p30" descr=""/>
          <p:cNvPicPr/>
          <p:nvPr/>
        </p:nvPicPr>
        <p:blipFill>
          <a:blip r:embed="rId1"/>
          <a:srcRect l="0" t="12490" r="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19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Feature Extraction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1143000" y="2219400"/>
            <a:ext cx="4295520" cy="27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Extract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spatial features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via CNNs from video frames to capture facial artifacts and texture inconsistencies.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Compute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temporal features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(optical flow, frame differencing) and aggregate sequences for motion irregularities.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Radio Canada Big"/>
              </a:rPr>
              <a:t>Model Architecture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Hybrid pipeline: CNN backbone for frame-level features, followed by LSTM to model temporal dependencies across frames.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Final classifier uses fully connected layers with softmax for binary (real/fake) decision and probability calibration.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6933960" cy="149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5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Evaluation Metrics</a:t>
            </a:r>
            <a:endParaRPr b="0" lang="fr-FR" sz="3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subTitle"/>
          </p:nvPr>
        </p:nvSpPr>
        <p:spPr>
          <a:xfrm>
            <a:off x="3352680" y="1838160"/>
            <a:ext cx="5562360" cy="307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Measure performance using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accuracy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precision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recall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F1-score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to balance false positives/negatives.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Report ROC-AUC and confusion matrix; evaluate on cross-dataset splits to test generalization.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183;p30" descr=""/>
          <p:cNvPicPr/>
          <p:nvPr/>
        </p:nvPicPr>
        <p:blipFill>
          <a:blip r:embed="rId1"/>
          <a:srcRect l="0" t="12490" r="0" b="12490"/>
          <a:stretch/>
        </p:blipFill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028840" cy="19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Conclusions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143000" y="2219400"/>
            <a:ext cx="4295520" cy="272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The proposed CNN+LSTM system improves detection by combining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spatial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temporal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analysis for robust deepfake recognition.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Future work includes larger datasets, adversarial training, and real-time deployment considerations.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19040" y="132840"/>
            <a:ext cx="5086080" cy="105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chemeClr val="dk1"/>
                </a:solidFill>
                <a:effectLst/>
                <a:uFillTx/>
                <a:latin typeface="Radio Canada Big"/>
                <a:ea typeface="Radio Canada Big"/>
              </a:rPr>
              <a:t>THANK YOU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504720" y="1152360"/>
            <a:ext cx="4447800" cy="122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 you have any questions?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youremail@freepik.com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+00 000 000 000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yourwebsite.com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03" name="Google Shape;318;p40"/>
          <p:cNvGrpSpPr/>
          <p:nvPr/>
        </p:nvGrpSpPr>
        <p:grpSpPr>
          <a:xfrm>
            <a:off x="580320" y="2388960"/>
            <a:ext cx="275760" cy="275760"/>
            <a:chOff x="580320" y="2388960"/>
            <a:chExt cx="275760" cy="275760"/>
          </a:xfrm>
        </p:grpSpPr>
        <p:sp>
          <p:nvSpPr>
            <p:cNvPr id="104" name="Google Shape;319;p40"/>
            <p:cNvSpPr/>
            <p:nvPr/>
          </p:nvSpPr>
          <p:spPr>
            <a:xfrm>
              <a:off x="580320" y="238896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320;p40"/>
            <p:cNvSpPr/>
            <p:nvPr/>
          </p:nvSpPr>
          <p:spPr>
            <a:xfrm>
              <a:off x="644760" y="245448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321;p40"/>
            <p:cNvSpPr/>
            <p:nvPr/>
          </p:nvSpPr>
          <p:spPr>
            <a:xfrm>
              <a:off x="774360" y="242424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" name="Google Shape;322;p40"/>
          <p:cNvGrpSpPr/>
          <p:nvPr/>
        </p:nvGrpSpPr>
        <p:grpSpPr>
          <a:xfrm>
            <a:off x="1359000" y="2407680"/>
            <a:ext cx="266400" cy="237960"/>
            <a:chOff x="1359000" y="2407680"/>
            <a:chExt cx="266400" cy="237960"/>
          </a:xfrm>
        </p:grpSpPr>
        <p:sp>
          <p:nvSpPr>
            <p:cNvPr id="108" name="Google Shape;323;p40"/>
            <p:cNvSpPr/>
            <p:nvPr/>
          </p:nvSpPr>
          <p:spPr>
            <a:xfrm>
              <a:off x="1368360" y="249156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324;p40"/>
            <p:cNvSpPr/>
            <p:nvPr/>
          </p:nvSpPr>
          <p:spPr>
            <a:xfrm>
              <a:off x="1359000" y="240768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325;p40"/>
            <p:cNvSpPr/>
            <p:nvPr/>
          </p:nvSpPr>
          <p:spPr>
            <a:xfrm>
              <a:off x="1461600" y="249156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" name="Google Shape;326;p40"/>
          <p:cNvSpPr/>
          <p:nvPr/>
        </p:nvSpPr>
        <p:spPr>
          <a:xfrm>
            <a:off x="5962680" y="4410000"/>
            <a:ext cx="28760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Google Shape;327;p40"/>
          <p:cNvSpPr/>
          <p:nvPr/>
        </p:nvSpPr>
        <p:spPr>
          <a:xfrm>
            <a:off x="2128320" y="238968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chnology Launches by Slidesgo">
  <a:themeElements>
    <a:clrScheme name="Simple Light">
      <a:dk1>
        <a:srgbClr val="191919"/>
      </a:dk1>
      <a:lt1>
        <a:srgbClr val="eeeeee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2026-03-23T10:06:18Z</dcterms:created>
  <dc:creator>Unknown Creator</dc:creator>
  <dc:description/>
  <dc:language>en-US</dc:language>
  <cp:lastModifiedBy>Unknown Creator</cp:lastModifiedBy>
  <dcterms:modified xsi:type="dcterms:W3CDTF">2026-03-23T10:06:18Z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